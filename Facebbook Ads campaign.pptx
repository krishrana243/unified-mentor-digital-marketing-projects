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Quicksand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921192" y="-2091345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13340" y="437732"/>
            <a:ext cx="8774811" cy="87748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446" y="16446"/>
              <a:ext cx="779909" cy="779909"/>
            </a:xfrm>
            <a:custGeom>
              <a:avLst/>
              <a:gdLst/>
              <a:ahLst/>
              <a:cxnLst/>
              <a:rect r="r" b="b" t="t" l="l"/>
              <a:pathLst>
                <a:path h="779909" w="779909">
                  <a:moveTo>
                    <a:pt x="418028" y="11628"/>
                  </a:moveTo>
                  <a:lnTo>
                    <a:pt x="768280" y="361880"/>
                  </a:lnTo>
                  <a:cubicBezTo>
                    <a:pt x="775726" y="369325"/>
                    <a:pt x="779908" y="379424"/>
                    <a:pt x="779908" y="389954"/>
                  </a:cubicBezTo>
                  <a:cubicBezTo>
                    <a:pt x="779908" y="400484"/>
                    <a:pt x="775726" y="410582"/>
                    <a:pt x="768280" y="418028"/>
                  </a:cubicBezTo>
                  <a:lnTo>
                    <a:pt x="418028" y="768280"/>
                  </a:lnTo>
                  <a:cubicBezTo>
                    <a:pt x="410582" y="775726"/>
                    <a:pt x="400484" y="779908"/>
                    <a:pt x="389954" y="779908"/>
                  </a:cubicBezTo>
                  <a:cubicBezTo>
                    <a:pt x="379424" y="779908"/>
                    <a:pt x="369325" y="775726"/>
                    <a:pt x="361880" y="768280"/>
                  </a:cubicBezTo>
                  <a:lnTo>
                    <a:pt x="11628" y="418028"/>
                  </a:lnTo>
                  <a:cubicBezTo>
                    <a:pt x="4183" y="410582"/>
                    <a:pt x="0" y="400484"/>
                    <a:pt x="0" y="389954"/>
                  </a:cubicBezTo>
                  <a:cubicBezTo>
                    <a:pt x="0" y="379424"/>
                    <a:pt x="4183" y="369325"/>
                    <a:pt x="11628" y="361880"/>
                  </a:cubicBezTo>
                  <a:lnTo>
                    <a:pt x="361880" y="11628"/>
                  </a:lnTo>
                  <a:cubicBezTo>
                    <a:pt x="369325" y="4183"/>
                    <a:pt x="379424" y="0"/>
                    <a:pt x="389954" y="0"/>
                  </a:cubicBezTo>
                  <a:cubicBezTo>
                    <a:pt x="400484" y="0"/>
                    <a:pt x="410582" y="4183"/>
                    <a:pt x="418028" y="11628"/>
                  </a:cubicBezTo>
                  <a:close/>
                </a:path>
              </a:pathLst>
            </a:custGeom>
            <a:blipFill>
              <a:blip r:embed="rId2"/>
              <a:stretch>
                <a:fillRect l="-28211" t="-2108" r="-28211" b="-2108"/>
              </a:stretch>
            </a:blipFill>
            <a:ln w="180975" cap="rnd">
              <a:solidFill>
                <a:srgbClr val="0099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303462" y="6623917"/>
            <a:ext cx="5177254" cy="517725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7873" y="27873"/>
              <a:ext cx="757054" cy="757054"/>
            </a:xfrm>
            <a:custGeom>
              <a:avLst/>
              <a:gdLst/>
              <a:ahLst/>
              <a:cxnLst/>
              <a:rect r="r" b="b" t="t" l="l"/>
              <a:pathLst>
                <a:path h="757054" w="757054">
                  <a:moveTo>
                    <a:pt x="426109" y="19709"/>
                  </a:moveTo>
                  <a:lnTo>
                    <a:pt x="737345" y="330945"/>
                  </a:lnTo>
                  <a:cubicBezTo>
                    <a:pt x="749964" y="343564"/>
                    <a:pt x="757054" y="360680"/>
                    <a:pt x="757054" y="378527"/>
                  </a:cubicBezTo>
                  <a:cubicBezTo>
                    <a:pt x="757054" y="396374"/>
                    <a:pt x="749964" y="413490"/>
                    <a:pt x="737345" y="426109"/>
                  </a:cubicBezTo>
                  <a:lnTo>
                    <a:pt x="426109" y="737345"/>
                  </a:lnTo>
                  <a:cubicBezTo>
                    <a:pt x="413490" y="749964"/>
                    <a:pt x="396374" y="757054"/>
                    <a:pt x="378527" y="757054"/>
                  </a:cubicBezTo>
                  <a:cubicBezTo>
                    <a:pt x="360680" y="757054"/>
                    <a:pt x="343564" y="749964"/>
                    <a:pt x="330945" y="737345"/>
                  </a:cubicBezTo>
                  <a:lnTo>
                    <a:pt x="19709" y="426109"/>
                  </a:lnTo>
                  <a:cubicBezTo>
                    <a:pt x="7090" y="413490"/>
                    <a:pt x="0" y="396374"/>
                    <a:pt x="0" y="378527"/>
                  </a:cubicBezTo>
                  <a:cubicBezTo>
                    <a:pt x="0" y="360680"/>
                    <a:pt x="7090" y="343564"/>
                    <a:pt x="19709" y="330945"/>
                  </a:cubicBezTo>
                  <a:lnTo>
                    <a:pt x="330945" y="19709"/>
                  </a:lnTo>
                  <a:cubicBezTo>
                    <a:pt x="343564" y="7090"/>
                    <a:pt x="360680" y="0"/>
                    <a:pt x="378527" y="0"/>
                  </a:cubicBezTo>
                  <a:cubicBezTo>
                    <a:pt x="396374" y="0"/>
                    <a:pt x="413490" y="7090"/>
                    <a:pt x="426109" y="19709"/>
                  </a:cubicBezTo>
                  <a:close/>
                </a:path>
              </a:pathLst>
            </a:custGeom>
            <a:blipFill>
              <a:blip r:embed="rId3"/>
              <a:stretch>
                <a:fillRect l="-25827" t="-519" r="-25827" b="-519"/>
              </a:stretch>
            </a:blipFill>
            <a:ln w="180975" cap="rnd">
              <a:solidFill>
                <a:srgbClr val="009954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2111350" y="7521065"/>
            <a:ext cx="5177254" cy="51772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7873" y="27873"/>
              <a:ext cx="757054" cy="757054"/>
            </a:xfrm>
            <a:custGeom>
              <a:avLst/>
              <a:gdLst/>
              <a:ahLst/>
              <a:cxnLst/>
              <a:rect r="r" b="b" t="t" l="l"/>
              <a:pathLst>
                <a:path h="757054" w="757054">
                  <a:moveTo>
                    <a:pt x="426109" y="19709"/>
                  </a:moveTo>
                  <a:lnTo>
                    <a:pt x="737345" y="330945"/>
                  </a:lnTo>
                  <a:cubicBezTo>
                    <a:pt x="749964" y="343564"/>
                    <a:pt x="757054" y="360680"/>
                    <a:pt x="757054" y="378527"/>
                  </a:cubicBezTo>
                  <a:cubicBezTo>
                    <a:pt x="757054" y="396374"/>
                    <a:pt x="749964" y="413490"/>
                    <a:pt x="737345" y="426109"/>
                  </a:cubicBezTo>
                  <a:lnTo>
                    <a:pt x="426109" y="737345"/>
                  </a:lnTo>
                  <a:cubicBezTo>
                    <a:pt x="413490" y="749964"/>
                    <a:pt x="396374" y="757054"/>
                    <a:pt x="378527" y="757054"/>
                  </a:cubicBezTo>
                  <a:cubicBezTo>
                    <a:pt x="360680" y="757054"/>
                    <a:pt x="343564" y="749964"/>
                    <a:pt x="330945" y="737345"/>
                  </a:cubicBezTo>
                  <a:lnTo>
                    <a:pt x="19709" y="426109"/>
                  </a:lnTo>
                  <a:cubicBezTo>
                    <a:pt x="7090" y="413490"/>
                    <a:pt x="0" y="396374"/>
                    <a:pt x="0" y="378527"/>
                  </a:cubicBezTo>
                  <a:cubicBezTo>
                    <a:pt x="0" y="360680"/>
                    <a:pt x="7090" y="343564"/>
                    <a:pt x="19709" y="330945"/>
                  </a:cubicBezTo>
                  <a:lnTo>
                    <a:pt x="330945" y="19709"/>
                  </a:lnTo>
                  <a:cubicBezTo>
                    <a:pt x="343564" y="7090"/>
                    <a:pt x="360680" y="0"/>
                    <a:pt x="378527" y="0"/>
                  </a:cubicBezTo>
                  <a:cubicBezTo>
                    <a:pt x="396374" y="0"/>
                    <a:pt x="413490" y="7090"/>
                    <a:pt x="426109" y="19709"/>
                  </a:cubicBezTo>
                  <a:close/>
                </a:path>
              </a:pathLst>
            </a:custGeom>
            <a:blipFill>
              <a:blip r:embed="rId4"/>
              <a:stretch>
                <a:fillRect l="-25827" t="-519" r="-25827" b="-519"/>
              </a:stretch>
            </a:blipFill>
            <a:ln w="180975" cap="rnd">
              <a:solidFill>
                <a:srgbClr val="009954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442975" y="5829901"/>
            <a:ext cx="2767419" cy="624424"/>
            <a:chOff x="0" y="0"/>
            <a:chExt cx="728868" cy="164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8868" cy="164457"/>
            </a:xfrm>
            <a:custGeom>
              <a:avLst/>
              <a:gdLst/>
              <a:ahLst/>
              <a:cxnLst/>
              <a:rect r="r" b="b" t="t" l="l"/>
              <a:pathLst>
                <a:path h="164457" w="728868">
                  <a:moveTo>
                    <a:pt x="82229" y="0"/>
                  </a:moveTo>
                  <a:lnTo>
                    <a:pt x="646639" y="0"/>
                  </a:lnTo>
                  <a:cubicBezTo>
                    <a:pt x="692053" y="0"/>
                    <a:pt x="728868" y="36815"/>
                    <a:pt x="728868" y="82229"/>
                  </a:cubicBezTo>
                  <a:lnTo>
                    <a:pt x="728868" y="82229"/>
                  </a:lnTo>
                  <a:cubicBezTo>
                    <a:pt x="728868" y="104037"/>
                    <a:pt x="720204" y="124952"/>
                    <a:pt x="704783" y="140373"/>
                  </a:cubicBezTo>
                  <a:cubicBezTo>
                    <a:pt x="689363" y="155794"/>
                    <a:pt x="668447" y="164457"/>
                    <a:pt x="646639" y="164457"/>
                  </a:cubicBezTo>
                  <a:lnTo>
                    <a:pt x="82229" y="164457"/>
                  </a:lnTo>
                  <a:cubicBezTo>
                    <a:pt x="36815" y="164457"/>
                    <a:pt x="0" y="127642"/>
                    <a:pt x="0" y="82229"/>
                  </a:cubicBezTo>
                  <a:lnTo>
                    <a:pt x="0" y="82229"/>
                  </a:lnTo>
                  <a:cubicBezTo>
                    <a:pt x="0" y="36815"/>
                    <a:pt x="36815" y="0"/>
                    <a:pt x="82229" y="0"/>
                  </a:cubicBezTo>
                  <a:close/>
                </a:path>
              </a:pathLst>
            </a:custGeom>
            <a:solidFill>
              <a:srgbClr val="0099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8868" cy="20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442975" y="3487538"/>
            <a:ext cx="8778584" cy="16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6"/>
              </a:lnSpc>
            </a:pPr>
            <a:r>
              <a:rPr lang="en-US" sz="12766" spc="-6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18456" y="5105400"/>
            <a:ext cx="8778584" cy="70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8" spc="256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FACEBOOK ADS PRACTICE CAMPAIGN</a:t>
            </a:r>
          </a:p>
          <a:p>
            <a:pPr algn="l">
              <a:lnSpc>
                <a:spcPts val="286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585538" y="5949052"/>
            <a:ext cx="2482293" cy="34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b="true" sz="2048" spc="256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BY KRISH RANA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8765498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7797" y="4910646"/>
            <a:ext cx="11185812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TrendHive is an online fashion e-commerce website that offers trendy and affordable clothing for men and women across India.</a:t>
            </a:r>
          </a:p>
          <a:p>
            <a:pPr algn="l">
              <a:lnSpc>
                <a:spcPts val="4079"/>
              </a:lnSpc>
            </a:pP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brand mainly targets Gen Z and young millennials who actively shop online and follow the latest fashion trends on social media.</a:t>
            </a:r>
          </a:p>
          <a:p>
            <a:pPr algn="l">
              <a:lnSpc>
                <a:spcPts val="4079"/>
              </a:lnSpc>
            </a:pP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Offers trendy and affo</a:t>
            </a: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rdable clothing and is available across India.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4567" y="3950933"/>
            <a:ext cx="8778584" cy="34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8" spc="256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META ADS CAMPAIGN FOR TRENDHIVE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10579661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Problem Statement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42421" y="4054190"/>
            <a:ext cx="10381808" cy="562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Despite having a wide range of stylish products and competitive prices, Tr</a:t>
            </a: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endHive is struggling with: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Low brand awareness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Limited social media reach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Low engagement with potential customers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 competition from Myntra &amp; Ajio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Ab</a:t>
            </a: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andoned carts and low conversions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brand is not reaching enough new audiences to grow its customer base.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Campaign 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4190"/>
            <a:ext cx="10381808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Meta Ads Campaign aims to: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Increase brand visibility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Reach new fashion-conscious audiences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Improve social media engagement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Build brand recall among target customers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1996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Campaign Setup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1863"/>
            <a:ext cx="12752589" cy="717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</a:t>
            </a: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ampaign Type:</a:t>
            </a:r>
          </a:p>
          <a:p>
            <a:pPr algn="l">
              <a:lnSpc>
                <a:spcPts val="4079"/>
              </a:lnSpc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Meta Brand Awareness Campaign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 Formats Used: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Image Ads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Carousel Ads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Short Video/Reel Ads</a:t>
            </a:r>
          </a:p>
          <a:p>
            <a:pPr algn="l">
              <a:lnSpc>
                <a:spcPts val="4079"/>
              </a:lnSpc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Strategy</a:t>
            </a: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Use visually attractive fashion creatives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Focus on new collections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2400" strike="noStrike" u="non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romote trendy and affordable outfits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Target Audience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4190"/>
            <a:ext cx="10381808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Location: India (Tier 1 &amp; Tier 2 cities)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 Group: 18–30 y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ears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Gender: All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erests: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Online shopping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Fash</a:t>
            </a: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ion brands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Streetwear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Lifestyle &amp; trends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Budget &amp; Placements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4190"/>
            <a:ext cx="10381808" cy="562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Campaign Duration: 15 day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Budget: ₹15,000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Biddi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ng St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rategy: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Lowest cost (autom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ic)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Placements: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Ins</a:t>
            </a: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tagram Feed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Instagram Reels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Facebook Feed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Facebook Stories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567" y="2184323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Campaign Reach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4190"/>
            <a:ext cx="10381808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Reach: 1,50,000 – 2,00,000 people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Impressions: 3,00,000+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CPM: ₹70–₹100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Campai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gn 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expected to significantly increase brand visibility.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18915">
            <a:off x="-1802415" y="-3134426"/>
            <a:ext cx="6563245" cy="6563245"/>
            <a:chOff x="0" y="0"/>
            <a:chExt cx="1728591" cy="17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591" cy="1728591"/>
            </a:xfrm>
            <a:custGeom>
              <a:avLst/>
              <a:gdLst/>
              <a:ahLst/>
              <a:cxnLst/>
              <a:rect r="r" b="b" t="t" l="l"/>
              <a:pathLst>
                <a:path h="1728591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1690845"/>
                  </a:lnTo>
                  <a:cubicBezTo>
                    <a:pt x="1728591" y="1700856"/>
                    <a:pt x="1724614" y="1710457"/>
                    <a:pt x="1717536" y="1717536"/>
                  </a:cubicBezTo>
                  <a:cubicBezTo>
                    <a:pt x="1710457" y="1724614"/>
                    <a:pt x="1700856" y="1728591"/>
                    <a:pt x="1690845" y="1728591"/>
                  </a:cubicBezTo>
                  <a:lnTo>
                    <a:pt x="37747" y="1728591"/>
                  </a:lnTo>
                  <a:cubicBezTo>
                    <a:pt x="27736" y="1728591"/>
                    <a:pt x="18135" y="1724614"/>
                    <a:pt x="11056" y="1717536"/>
                  </a:cubicBezTo>
                  <a:cubicBezTo>
                    <a:pt x="3977" y="1710457"/>
                    <a:pt x="0" y="1700856"/>
                    <a:pt x="0" y="1690845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591" cy="17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0874" y="2184323"/>
            <a:ext cx="13713215" cy="134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3"/>
              </a:lnSpc>
            </a:pPr>
            <a:r>
              <a:rPr lang="en-US" sz="9426" spc="-48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2618915">
            <a:off x="11506576" y="4200050"/>
            <a:ext cx="6563245" cy="11543232"/>
            <a:chOff x="0" y="0"/>
            <a:chExt cx="1728591" cy="3040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8591" cy="3040193"/>
            </a:xfrm>
            <a:custGeom>
              <a:avLst/>
              <a:gdLst/>
              <a:ahLst/>
              <a:cxnLst/>
              <a:rect r="r" b="b" t="t" l="l"/>
              <a:pathLst>
                <a:path h="3040193" w="1728591">
                  <a:moveTo>
                    <a:pt x="37747" y="0"/>
                  </a:moveTo>
                  <a:lnTo>
                    <a:pt x="1690845" y="0"/>
                  </a:lnTo>
                  <a:cubicBezTo>
                    <a:pt x="1700856" y="0"/>
                    <a:pt x="1710457" y="3977"/>
                    <a:pt x="1717536" y="11056"/>
                  </a:cubicBezTo>
                  <a:cubicBezTo>
                    <a:pt x="1724614" y="18135"/>
                    <a:pt x="1728591" y="27736"/>
                    <a:pt x="1728591" y="37747"/>
                  </a:cubicBezTo>
                  <a:lnTo>
                    <a:pt x="1728591" y="3002446"/>
                  </a:lnTo>
                  <a:cubicBezTo>
                    <a:pt x="1728591" y="3012457"/>
                    <a:pt x="1724614" y="3022058"/>
                    <a:pt x="1717536" y="3029137"/>
                  </a:cubicBezTo>
                  <a:cubicBezTo>
                    <a:pt x="1710457" y="3036216"/>
                    <a:pt x="1700856" y="3040193"/>
                    <a:pt x="1690845" y="3040193"/>
                  </a:cubicBezTo>
                  <a:lnTo>
                    <a:pt x="37747" y="3040193"/>
                  </a:lnTo>
                  <a:cubicBezTo>
                    <a:pt x="27736" y="3040193"/>
                    <a:pt x="18135" y="3036216"/>
                    <a:pt x="11056" y="3029137"/>
                  </a:cubicBezTo>
                  <a:cubicBezTo>
                    <a:pt x="3977" y="3022058"/>
                    <a:pt x="0" y="3012457"/>
                    <a:pt x="0" y="3002446"/>
                  </a:cubicBezTo>
                  <a:lnTo>
                    <a:pt x="0" y="37747"/>
                  </a:lnTo>
                  <a:cubicBezTo>
                    <a:pt x="0" y="27736"/>
                    <a:pt x="3977" y="18135"/>
                    <a:pt x="11056" y="11056"/>
                  </a:cubicBezTo>
                  <a:cubicBezTo>
                    <a:pt x="18135" y="3977"/>
                    <a:pt x="27736" y="0"/>
                    <a:pt x="37747" y="0"/>
                  </a:cubicBezTo>
                  <a:close/>
                </a:path>
              </a:pathLst>
            </a:custGeom>
            <a:solidFill>
              <a:srgbClr val="062B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8591" cy="307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4567" y="4054190"/>
            <a:ext cx="13589522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TrendHive awareness campaign focuses on reaching a large and relevant audience through visually engaging Meta ads. By targeting fashion-interested users and using attractive creatives, the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campai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gn is </a:t>
            </a: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expected to improve brand recognition and engagement. 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FFFFFF">
                    <a:alpha val="71765"/>
                  </a:srgbClr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This awareness stage will help build a strong audience base for future traffic and conversion campaigns.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DAHBZiB6f-0</dc:identifier>
  <dcterms:modified xsi:type="dcterms:W3CDTF">2011-08-01T06:04:30Z</dcterms:modified>
  <cp:revision>1</cp:revision>
  <dc:title>Facebbook Ads campaign</dc:title>
</cp:coreProperties>
</file>